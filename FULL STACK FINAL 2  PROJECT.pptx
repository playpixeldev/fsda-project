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Bookman Old Style" panose="02050604050505020204" pitchFamily="18" charset="0"/>
      <p:regular r:id="rId25"/>
      <p:bold r:id="rId26"/>
      <p:italic r:id="rId27"/>
    </p:embeddedFont>
    <p:embeddedFont>
      <p:font typeface="Gotham"/>
      <p:regular r:id="rId28"/>
    </p:embeddedFont>
    <p:embeddedFont>
      <p:font typeface="Gotham Bold Italics" panose="02000000000000000000"/>
      <p:boldItalic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8" d="100"/>
          <a:sy n="48" d="100"/>
        </p:scale>
        <p:origin x="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alt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US" altLang="en-US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K.SAI VINAY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VTU24735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–23UECS1111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22175" y="7874466"/>
            <a:ext cx="691460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IN" sz="3000" dirty="0">
                <a:latin typeface="Cambria" panose="02040503050406030204" pitchFamily="18" charset="0"/>
                <a:ea typeface="Cambria" panose="02040503050406030204" pitchFamily="18" charset="0"/>
              </a:rPr>
              <a:t>DR.Nateshan N.V.S</a:t>
            </a:r>
            <a:endParaRPr lang="en-US" alt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2920" y="1395095"/>
            <a:ext cx="16473805" cy="13754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colleges conduct events like technical fests, seminars, and workshops.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 is often done manually or through unorganized methods.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errors, overbooking, and poor management.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system helps automate event registration and ticket booking.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React JS for a modern web interface.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event details and book tickets easily.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events and track bookings efficiently.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accuracy, speed, and user experience.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51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28800" y="1610360"/>
            <a:ext cx="15370175" cy="13169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for event ticket booking are not fully automated.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booking leads to data errors and confusion.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to manage event details and ticket availability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booked tickets and users.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process for both users and organizers.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on ticket availability.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reliable and user-friendly web-based system.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automate booking and improve efficiency.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 Box 4"/>
          <p:cNvSpPr txBox="1"/>
          <p:nvPr/>
        </p:nvSpPr>
        <p:spPr>
          <a:xfrm>
            <a:off x="2133600" y="2217420"/>
            <a:ext cx="13258165" cy="4875530"/>
          </a:xfrm>
          <a:prstGeom prst="rect">
            <a:avLst/>
          </a:prstGeom>
        </p:spPr>
        <p:txBody>
          <a:bodyPr>
            <a:noAutofit/>
          </a:bodyPr>
          <a:p>
            <a:pPr>
              <a:buFont typeface="Arial" panose="020B0604020202020204"/>
              <a:buChar char="•"/>
            </a:pPr>
            <a:r>
              <a:rPr sz="320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sz="3600">
                <a:latin typeface="Calibri" panose="020F0502020204030204" charset="0"/>
                <a:cs typeface="Calibri" panose="020F0502020204030204" charset="0"/>
              </a:rPr>
              <a:t>o design and develop a React JS based ticket booking web application. </a:t>
            </a:r>
            <a:endParaRPr sz="36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/>
              <a:buChar char="•"/>
            </a:pPr>
            <a:endParaRPr sz="36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/>
              <a:buChar char="•"/>
            </a:pPr>
            <a:r>
              <a:rPr sz="3600">
                <a:latin typeface="Calibri" panose="020F0502020204030204" charset="0"/>
                <a:cs typeface="Calibri" panose="020F0502020204030204" charset="0"/>
              </a:rPr>
              <a:t> To implement secure user login and ticket booking system. </a:t>
            </a:r>
            <a:endParaRPr sz="36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/>
              <a:buChar char="•"/>
            </a:pPr>
            <a:endParaRPr sz="36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/>
              <a:buChar char="•"/>
            </a:pPr>
            <a:r>
              <a:rPr sz="3600">
                <a:latin typeface="Calibri" panose="020F0502020204030204" charset="0"/>
                <a:cs typeface="Calibri" panose="020F0502020204030204" charset="0"/>
              </a:rPr>
              <a:t> To improve efficiency in event management and booking process.</a:t>
            </a:r>
            <a:endParaRPr sz="3600"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buFont typeface="Arial" panose="020B0604020202020204"/>
              <a:buNone/>
            </a:pPr>
            <a:endParaRPr sz="360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/>
              <a:buChar char="•"/>
            </a:pPr>
            <a:r>
              <a:rPr sz="3600">
                <a:latin typeface="Calibri" panose="020F0502020204030204" charset="0"/>
                <a:cs typeface="Calibri" panose="020F0502020204030204" charset="0"/>
              </a:rPr>
              <a:t> To provide real-time ticket availability and booking confirmation. </a:t>
            </a:r>
            <a:endParaRPr sz="36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28800" y="1638300"/>
            <a:ext cx="15082325" cy="11048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all event details (name, date, venue, price).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with instant confirmation.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system for students and faculty.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to manage events and tickets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 of available tickets.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and user-friendly interface using React JS.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 using database.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errors.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4610100"/>
            <a:ext cx="7898765" cy="5030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26285" y="2136775"/>
            <a:ext cx="16561435" cy="6565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485900"/>
            <a:ext cx="13578205" cy="7882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333500"/>
            <a:ext cx="15158720" cy="8823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055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3200" dirty="0"/>
              <a:t>Frontend: React JS, HTML, CSS, JavaScript</a:t>
            </a:r>
            <a:endParaRPr lang="en-US" altLang="en-US" sz="3200" dirty="0"/>
          </a:p>
          <a:p>
            <a:pPr indent="0">
              <a:buFontTx/>
              <a:buNone/>
            </a:pPr>
            <a:endParaRPr lang="en-US" altLang="en-US" sz="3200" dirty="0"/>
          </a:p>
          <a:p>
            <a:pPr indent="0">
              <a:buFontTx/>
              <a:buNone/>
            </a:pPr>
            <a:r>
              <a:rPr lang="en-US" altLang="en-US" sz="3200" dirty="0"/>
              <a:t>Backend: Node.js, Express.js</a:t>
            </a:r>
            <a:endParaRPr lang="en-US" altLang="en-US" sz="3200" dirty="0"/>
          </a:p>
          <a:p>
            <a:pPr indent="0">
              <a:buFontTx/>
              <a:buNone/>
            </a:pPr>
            <a:endParaRPr lang="en-US" altLang="en-US" sz="3200" dirty="0"/>
          </a:p>
          <a:p>
            <a:pPr indent="0">
              <a:buFontTx/>
              <a:buNone/>
            </a:pPr>
            <a:r>
              <a:rPr lang="en-US" altLang="en-US" sz="3200" dirty="0"/>
              <a:t>Database: MySQL</a:t>
            </a:r>
            <a:endParaRPr lang="en-US" altLang="en-US" sz="3200" dirty="0"/>
          </a:p>
          <a:p>
            <a:pPr indent="0">
              <a:buFontTx/>
              <a:buNone/>
            </a:pPr>
            <a:endParaRPr lang="en-US" altLang="en-US" sz="3200" dirty="0"/>
          </a:p>
          <a:p>
            <a:pPr indent="0">
              <a:buFontTx/>
              <a:buNone/>
            </a:pPr>
            <a:r>
              <a:rPr lang="en-US" altLang="en-US" sz="3200" dirty="0"/>
              <a:t>Tools: VS Code, Postman, Browser</a:t>
            </a:r>
            <a:endParaRPr lang="en-US" altLang="en-US" sz="3200" dirty="0"/>
          </a:p>
          <a:p>
            <a:pPr indent="0">
              <a:buFontTx/>
              <a:buNone/>
            </a:pPr>
            <a:endParaRPr lang="en-US" altLang="en-US" sz="3200" dirty="0"/>
          </a:p>
          <a:p>
            <a:pPr indent="0">
              <a:buFontTx/>
              <a:buNone/>
            </a:pPr>
            <a:r>
              <a:rPr lang="en-US" altLang="en-US" sz="3200" dirty="0"/>
              <a:t>Hardware/Software:</a:t>
            </a:r>
            <a:endParaRPr lang="en-US" altLang="en-US" sz="3200" dirty="0"/>
          </a:p>
          <a:p>
            <a:pPr indent="0">
              <a:buFontTx/>
              <a:buNone/>
            </a:pPr>
            <a:endParaRPr lang="en-US" altLang="en-US" sz="3200" dirty="0"/>
          </a:p>
          <a:p>
            <a:pPr indent="0">
              <a:buFontTx/>
              <a:buNone/>
            </a:pPr>
            <a:r>
              <a:rPr lang="en-US" altLang="en-US" sz="3200" dirty="0"/>
              <a:t>PC/Laptop</a:t>
            </a:r>
            <a:endParaRPr lang="en-US" altLang="en-US" sz="3200" dirty="0"/>
          </a:p>
          <a:p>
            <a:pPr indent="0">
              <a:buFontTx/>
              <a:buNone/>
            </a:pPr>
            <a:endParaRPr lang="en-US" altLang="en-US" sz="3200" dirty="0"/>
          </a:p>
          <a:p>
            <a:pPr indent="0">
              <a:buFontTx/>
              <a:buNone/>
            </a:pPr>
            <a:r>
              <a:rPr lang="en-US" altLang="en-US" sz="3200" dirty="0"/>
              <a:t>Internet connection</a:t>
            </a:r>
            <a:endParaRPr lang="en-US" altLang="en-US" sz="3200" dirty="0"/>
          </a:p>
          <a:p>
            <a:pPr indent="0">
              <a:buFontTx/>
              <a:buNone/>
            </a:pPr>
            <a:endParaRPr lang="en-US" altLang="en-US" sz="3200" dirty="0"/>
          </a:p>
          <a:p>
            <a:pPr indent="0">
              <a:buFontTx/>
              <a:buNone/>
            </a:pPr>
            <a:r>
              <a:rPr lang="en-US" altLang="en-US" sz="3200" dirty="0"/>
              <a:t>Node.js installed</a:t>
            </a:r>
            <a:endParaRPr lang="en-US" altLang="en-US" sz="3200" dirty="0"/>
          </a:p>
          <a:p>
            <a:pPr marL="457200" indent="-457200">
              <a:buFontTx/>
              <a:buChar char="-"/>
            </a:pPr>
            <a:endParaRPr lang="en-US" sz="32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28800" y="1943100"/>
            <a:ext cx="17465675" cy="13610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authentication.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 like date, venue, and ticket price.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Ticket Booking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select and book tickets online.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Management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user, event, and booking data securely.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409700"/>
            <a:ext cx="15772765" cy="775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409700"/>
            <a:ext cx="16208375" cy="7748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370" y="1676400"/>
            <a:ext cx="15886430" cy="7571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485900"/>
            <a:ext cx="15949295" cy="7542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52600" y="1818640"/>
            <a:ext cx="9352915" cy="404368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✅ Advantages</a:t>
            </a:r>
            <a:endParaRPr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828800" y="5372100"/>
            <a:ext cx="10163810" cy="31654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❌ Limitations</a:t>
            </a:r>
            <a:endParaRPr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(can be improved)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AutoNum type="arabicPeriod"/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internal department use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1981200" y="2400300"/>
            <a:ext cx="8068310" cy="251079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interface 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effort 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errors 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ticket updates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3085</Words>
  <Application>WPS Presentation</Application>
  <PresentationFormat>Custom</PresentationFormat>
  <Paragraphs>480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Wingdings</vt:lpstr>
      <vt:lpstr>Gotham Bold Italics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Kundetisai Vinay</cp:lastModifiedBy>
  <cp:revision>12</cp:revision>
  <dcterms:created xsi:type="dcterms:W3CDTF">2006-08-16T00:00:00Z</dcterms:created>
  <dcterms:modified xsi:type="dcterms:W3CDTF">2026-04-20T02:40:59Z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5E476460E5DE4FB6A0194920B37CFFC2_13</vt:lpwstr>
  </property>
</Properties>
</file>